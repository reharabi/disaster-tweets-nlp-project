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E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Disaster Tweets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Best Classifier for Emergency Tweet Detection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0"/>
          </a:xfrm>
          <a:prstGeom prst="line">
            <a:avLst/>
          </a:prstGeom>
          <a:noFill/>
          <a:ln w="38100">
            <a:solidFill>
              <a:srgbClr val="E85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Masterschool — Data Science &amp; Machine Learning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Dataset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"Natural Language Processing with Disaster Tweets" competition dataset.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43891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64008" cy="219456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389888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People use Twitter to report real emergencies — earthquakes, wildfires, floods. But not every tweet mentioning "fire" or "crash" is about a real disaster.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The challenge: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distinguish real disaster reports from everyday language that uses disaster words metaphorically.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The goal: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build the most reliable classifier so it can be deployed in real emergency response systems.</a:t>
            </a:r>
            <a:endParaRPr lang="en-US" sz="1250" dirty="0"/>
          </a:p>
        </p:txBody>
      </p:sp>
      <p:pic>
        <p:nvPicPr>
          <p:cNvPr id="8" name="Image 0" descr="/sessions/dazzling-practical-dijkstra/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960120"/>
            <a:ext cx="3566160" cy="2286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3337560"/>
            <a:ext cx="8138160" cy="1691640"/>
          </a:xfrm>
          <a:prstGeom prst="rect">
            <a:avLst/>
          </a:prstGeom>
          <a:solidFill>
            <a:srgbClr val="E2E6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340156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7,613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2960" y="4114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43251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human-labeled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14884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148840" y="4114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48840" y="43251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target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47472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80/20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474720" y="4114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74720" y="43251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0060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6,090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800600" y="4114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00600" y="43251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12648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1,523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126480" y="4114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26480" y="43251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45236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452360" y="4114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52360" y="43251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075688" y="3794760"/>
            <a:ext cx="0" cy="64008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401568" y="3794760"/>
            <a:ext cx="0" cy="64008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27448" y="3794760"/>
            <a:ext cx="0" cy="64008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053328" y="3794760"/>
            <a:ext cx="0" cy="64008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379208" y="3794760"/>
            <a:ext cx="0" cy="64008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Preprocessing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868680"/>
            <a:ext cx="64008" cy="68580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8869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Cleaning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1155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URLs, @mentions, hashtags, special chars, numbers. Kept hashtag text (#earthquake → earthquake).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91640"/>
            <a:ext cx="64008" cy="1508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099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Tokenize, Remove Stop Words &amp; Lemmatize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938528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Tokenize: </a:t>
            </a:r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Split tweets into individual words so we can process each one.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Stop words: </a:t>
            </a:r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Remove "the", "is", "and" — no meaning for classification.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POS-aware lemmatization: </a:t>
            </a:r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POS = Part of Speech. Tag each word (noun, verb, etc.) first, then reduce to base form. "running" as verb → "run", as noun stays "running". Without POS tags, the lemmatizer guesses wrong.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337560"/>
            <a:ext cx="64008" cy="594360"/>
          </a:xfrm>
          <a:prstGeom prst="rect">
            <a:avLst/>
          </a:prstGeom>
          <a:solidFill>
            <a:srgbClr val="2EAD6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558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Custom Stop Words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5844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"amp" and "get" in top 15 of BOTH classes. Removed — no distinguishing signal.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4114800" cy="3063240"/>
          </a:xfrm>
          <a:prstGeom prst="rect">
            <a:avLst/>
          </a:prstGeom>
          <a:solidFill>
            <a:srgbClr val="E2E6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914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After Preprocessing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2344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Clean: </a:t>
            </a:r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deeds are the reason of this earthquake may allah forgive us all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EA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Tokens: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['deed', 'reason', 'earthquake', 'may', 'allah', 'forgive']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1920240"/>
            <a:ext cx="3566160" cy="9144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96596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Clean: </a:t>
            </a:r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forest fire near la ronge sask canada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EA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Tokens: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['forest', 'fire', 'near', 'la', 'ronge', 'sask', 'canada']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2606040"/>
            <a:ext cx="3566160" cy="9144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65176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Clean: </a:t>
            </a:r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residents asked to shelter in place are being notified by officers no other evacuation or shelter in place orders are expected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EA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Tokens: </a:t>
            </a:r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['resident', 'ask', 'shelter', 'place', 'notify', 'officer', 'evacuation', 'shelter', 'place', 'order', 'expect']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words → 11 tokens — noise cut in half, meaningful words kept.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Pipeline &amp; Model Selection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(7,600 tweets) — we chose fast, proven methods to save time and cost.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29260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155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Pipeline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What is TF-IDF?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Converts each tweet into a vector of 5,000 numbers. Words frequent in one tweet but rare overall score high — distinctive words stand out.</a:t>
            </a:r>
            <a:endParaRPr lang="en-US" sz="12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Why TF-IDF for this project: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With only 7,600 tweets, we need a lightweight method. TF-IDF is fast, needs no GPU, and costs nothing to run — no point using heavy approaches like BERT on a small dataset.</a:t>
            </a:r>
            <a:endParaRPr lang="en-US" sz="12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The sklearn Pipeline: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Wraps TF-IDF + model into one step. No data leakage, easy to deploy.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64008" cy="2926080"/>
          </a:xfrm>
          <a:prstGeom prst="rect">
            <a:avLst/>
          </a:prstGeom>
          <a:solidFill>
            <a:srgbClr val="2EAD6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15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A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Three Models?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</a:rPr>
              <a:t>All three are fast to train on small datasets — no GPU, no cloud costs.
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Logistic Regression</a:t>
            </a: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Standard baseline for text. Fast, interpretable, handles sparse TF-IDF data well.</a:t>
            </a:r>
            <a:endParaRPr lang="en-US" sz="11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SVM (LinearSVC)</a:t>
            </a: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Finds optimal decision boundary in high dimensions. Often best on TF-IDF features.</a:t>
            </a:r>
            <a:endParaRPr lang="en-US" sz="11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Random Forest</a:t>
            </a: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Captures non-linear patterns. Included to test if the data needs non-linear approaches.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8138160" cy="640080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4223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D4A"/>
                </a:solidFill>
              </a:rPr>
              <a:t>Pipeline parameters: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max_features=5000  |  ngram_range=(1,2)  |  Unigrams + bigrams capture both "earthquake" and "forest fire"</a:t>
            </a:r>
            <a:endParaRPr lang="en-US" sz="115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5D4A"/>
                </a:solidFill>
              </a:rPr>
              <a:t>Why not BERT/Neural Networks?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110M parameters on 7,600 tweets = overfitting risk, GPU cost, and longer training — not worth it for this dataset size.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the Best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5-fold cross-validation instead of a separate validation set — with only 6,090 training samples, CV uses all the data and gives a more reliable estimate.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188720"/>
                <a:gridCol w="100584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Train F1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F1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CV F1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AD6B"/>
                          </a:solidFill>
                        </a:rPr>
                        <a:t>SVM Tuned (C=0.1)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0.83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AD6B"/>
                          </a:solidFill>
                        </a:rPr>
                        <a:t>0.77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0.06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0.74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Logistic Regression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0.83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0.77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0.06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0.74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SVM (default)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0.90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0.76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5D4A"/>
                          </a:solidFill>
                        </a:rPr>
                        <a:t>0.14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0.73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Random Forest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0.98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0.76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5D4A"/>
                          </a:solidFill>
                        </a:rPr>
                        <a:t>0.22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0.71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RF Tuned (depth=30)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0.76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0.70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0.06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0.63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7764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3977640"/>
            <a:ext cx="64008" cy="1005840"/>
          </a:xfrm>
          <a:prstGeom prst="rect">
            <a:avLst/>
          </a:prstGeom>
          <a:solidFill>
            <a:srgbClr val="2EAD6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06908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D6B"/>
                </a:solidFill>
              </a:rPr>
              <a:t>The winner: SVM Tuned (C=0.1)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— Test F1: 0.7728, nearly tied with LR (0.7718). We tuned SVM and RF because their default versions showed overfitting (red Gap values). RF's 0.98 Train F1 looks impressive but is misleading — it memorized training data. We needed to prove our best model works on data it has never seen.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 Model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tuning — how did the three default models perform?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2468880"/>
          </a:xfrm>
          <a:prstGeom prst="rect">
            <a:avLst/>
          </a:prstGeom>
          <a:solidFill>
            <a:srgbClr val="2EAD6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A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Train F1: 0.83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Test F1: 0.77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EAD6B"/>
                </a:solidFill>
              </a:rPr>
              <a:t>Gap: 0.06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Strong out of the box. Small gap means it generalizes well. No tuning needed.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64008" cy="24688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170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(LinearSVC)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15544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Train F1: 0.90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Test F1: 0.76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85D4A"/>
                </a:solidFill>
              </a:rPr>
              <a:t>Gap: 0.14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Good test score but the 0.14 gap signals overfitting. The C parameter is too aggressive — needs tuning.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64008" cy="246888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170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15544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Train F1: 0.98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Test F1: 0.76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85D4A"/>
                </a:solidFill>
              </a:rPr>
              <a:t>Gap: 0.22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0.98 looks impressive but is misleading — the model memorized the data. Huge 0.22 gap. Needs tuning.</a:t>
            </a:r>
            <a:endParaRPr lang="en-US" sz="1250" dirty="0"/>
          </a:p>
        </p:txBody>
      </p:sp>
      <p:pic>
        <p:nvPicPr>
          <p:cNvPr id="16" name="Image 0" descr="/sessions/dazzling-practical-dijkstra/bar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703320"/>
            <a:ext cx="8229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Tuned Model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tuning SVM and RF — comparing to their default versions.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2468880"/>
          </a:xfrm>
          <a:prstGeom prst="rect">
            <a:avLst/>
          </a:prstGeom>
          <a:solidFill>
            <a:srgbClr val="2EAD6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A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Tuned (C=0.1)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Train F1: 0.83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Test F1: 0.77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EAD6B"/>
                </a:solidFill>
              </a:rPr>
              <a:t>Gap: 0.06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150" b="1" dirty="0">
                <a:solidFill>
                  <a:srgbClr val="6B7B8D"/>
                </a:solidFill>
              </a:rPr>
              <a:t>vs Default SVM: </a:t>
            </a:r>
            <a:pPr indent="0" marL="0">
              <a:buNone/>
            </a:pPr>
            <a:r>
              <a:rPr lang="en-US" sz="1150" dirty="0">
                <a:solidFill>
                  <a:srgbClr val="6B7B8D"/>
                </a:solidFill>
              </a:rPr>
              <a:t>Train 0.90, Test 0.76, Gap 0.14</a:t>
            </a:r>
            <a:endParaRPr lang="en-US" sz="12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What changed: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Lowered C from 1.0 to 0.1 — widens the decision margin.</a:t>
            </a:r>
            <a:endParaRPr lang="en-US" sz="12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EAD6B"/>
                </a:solidFill>
              </a:rPr>
              <a:t>Result: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Gap dropped 0.14 → 0.06, Test F1 improved 0.76 → 0.77. Less overfitting AND better performance.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64008" cy="246888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Tuned (depth=30)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Train F1: 0.76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Test F1: 0.70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EAD6B"/>
                </a:solidFill>
              </a:rPr>
              <a:t>Gap: 0.06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150" b="1" dirty="0">
                <a:solidFill>
                  <a:srgbClr val="6B7B8D"/>
                </a:solidFill>
              </a:rPr>
              <a:t>vs Default RF: </a:t>
            </a:r>
            <a:pPr indent="0" marL="0">
              <a:buNone/>
            </a:pPr>
            <a:r>
              <a:rPr lang="en-US" sz="1150" dirty="0">
                <a:solidFill>
                  <a:srgbClr val="6B7B8D"/>
                </a:solidFill>
              </a:rPr>
              <a:t>Train 0.98, Test 0.76, Gap 0.22</a:t>
            </a:r>
            <a:endParaRPr lang="en-US" sz="12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What changed: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1,000 trees, max_depth=30, min_samples_split=5, class_weight='balanced'.</a:t>
            </a:r>
            <a:endParaRPr lang="en-US" sz="12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85D4A"/>
                </a:solidFill>
              </a:rPr>
              <a:t>Result: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Gap dropped 0.22 → 0.06 (overfitting fixed), but Test F1 dropped 0.76 → 0.70. Still below SVM Tuned.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412480" cy="594360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4A"/>
                </a:solidFill>
              </a:rPr>
              <a:t>Takeaway: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SVM tuning was a success — less overfitting AND better test performance. RF tuning fixed the overfitting problem but performance still fell short. This confirms SVM Tuned as our best model.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Matrices — LR, SVM Tuned, RF Tuned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row: Training (green)  |  Bottom row: Testing (blue)  |  Similar matrices = good generalization</a:t>
            </a:r>
            <a:endParaRPr lang="en-US" sz="1100" dirty="0"/>
          </a:p>
        </p:txBody>
      </p:sp>
      <p:pic>
        <p:nvPicPr>
          <p:cNvPr id="4" name="Image 0" descr="/sessions/dazzling-practical-dijkstra/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04672"/>
            <a:ext cx="896112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617720"/>
            <a:ext cx="8138160" cy="411480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617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Tuned and LR have the most balanced test matrices — good precision and decent recall. RF Tuned controls overfitting but misses too many disasters (recall 0.59). False negatives remain the main weakness across all models.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Confidence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confident is each model in its predictions? A reliable model should be both accurate and decisive.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64008" cy="566928"/>
          </a:xfrm>
          <a:prstGeom prst="rect">
            <a:avLst/>
          </a:prstGeom>
          <a:solidFill>
            <a:srgbClr val="2EAD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9844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Tuned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29844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Confidence: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0.29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29844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Correct Prob: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0.71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12984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A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decisive AND most accurate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993392"/>
            <a:ext cx="7863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993392"/>
            <a:ext cx="64008" cy="56692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0116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0116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Confidence: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0.22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20116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Correct Prob: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0.67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less confident overall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706624"/>
            <a:ext cx="7863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706624"/>
            <a:ext cx="64008" cy="566928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72491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Tuned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272491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Confidence: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0.056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272491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Correct Prob: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0.542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72491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confidence — barely above random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2519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29768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Another reason to trust SVM Tuned: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it is the best calibrated model. When it says "80% disaster", it is usually right. RF Tuned hovers close to 50% for most predictions — barely distinguishing between classes. For real-world deployment, we need a model that is not just accurate but also knows when it is confident.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 Tuning for Deployment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SVM Tuned's decision threshold based on the use case.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Threshold: 0.5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F1: 0.77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   Recall: 0.74  |  Precision: 0.81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74% of real disasters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60520" y="14173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D4A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64008" cy="109728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Threshold: 0.4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F1: 0.76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   Recall: 0.80 (+6%)  |  Precision: 0.73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2011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80% of real disasters, more false alarms</a:t>
            </a:r>
            <a:endParaRPr lang="en-US" sz="1200" dirty="0"/>
          </a:p>
        </p:txBody>
      </p:sp>
      <p:pic>
        <p:nvPicPr>
          <p:cNvPr id="14" name="Image 0" descr="/sessions/dazzling-practical-dijkstra/threshold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14600"/>
            <a:ext cx="7863840" cy="1828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14400" y="45079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Deployment flexibility: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Emergency systems where missing a disaster is costly → use 0.4 (higher recall). General monitoring where false alarms are disruptive → use 0.5 (higher precision).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Model Fails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18.3% error rate — 278 out of 1,523 test tweets misclassified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64008" cy="256032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(False Alarms)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Model said disaster, but it wasn't: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B8D"/>
                </a:solidFill>
              </a:rPr>
              <a:t>"Sinking in my thoughts"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→ Metaphorical use of "sinking"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B8D"/>
                </a:solidFill>
              </a:rPr>
              <a:t>"My heart is on fire"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→ Emotional expression, not real fire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The model sees disaster keywords and can't tell if they're literal or figurative.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371600"/>
            <a:ext cx="64008" cy="25603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(Missed Disasters)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18745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Model missed a real disaster: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B8D"/>
                </a:solidFill>
              </a:rPr>
              <a:t>"Pray for the people affected"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→ No disaster keywords used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B8D"/>
                </a:solidFill>
              </a:rPr>
              <a:t>"Entire neighborhood is gone"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→ Subtle language that TF-IDF misses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These tweets describe disasters without using standard disaster vocabulary.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7863840" cy="868680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0624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4A"/>
                </a:solidFill>
              </a:rPr>
              <a:t>Root cause: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Both error types stem from TF-IDF treating words independently — it sees the word but not the context. This is expected for a bag-of-words approach and shows exactly where context-aware features (embeddings, BERT) would add value.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Model Can 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pipeline (TF-IDF + SVM Tuned) can classify any new tweet in real time.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64008" cy="2011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D4A"/>
                </a:solidFill>
              </a:rPr>
              <a:t>1.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New tweet comes in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5D4A"/>
                </a:solidFill>
              </a:rPr>
              <a:t>2.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Pipeline preprocesses it (clean, lemmatize)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5D4A"/>
                </a:solidFill>
              </a:rPr>
              <a:t>3.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TF-IDF converts it to a 5,000-dim vector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5D4A"/>
                </a:solidFill>
              </a:rPr>
              <a:t>4.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SVM Tuned outputs: disaster / not disaster + confidence 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325880"/>
            <a:ext cx="64008" cy="2011680"/>
          </a:xfrm>
          <a:prstGeom prst="rect">
            <a:avLst/>
          </a:prstGeom>
          <a:solidFill>
            <a:srgbClr val="2EAD6B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417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A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Emergency response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— flag disaster reports for response teams in real time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News organizations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— detect breaking disasters from social media before official reports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Government agencies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— filter thousands of tweets during a crisis to surface real reports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Insurance companies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— early detection of disaster reports for claims preparation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81381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520440"/>
            <a:ext cx="64008" cy="10972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11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to Business Needs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The decision threshold is adjustable: </a:t>
            </a:r>
            <a:pPr indent="0" marL="0">
              <a:buNone/>
            </a:pPr>
            <a:r>
              <a:rPr lang="en-US" sz="1300" b="1" dirty="0">
                <a:solidFill>
                  <a:srgbClr val="E85D4A"/>
                </a:solidFill>
              </a:rPr>
              <a:t>threshold 0.4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 for emergency systems (catch more disasters, accept more false alarms) or </a:t>
            </a:r>
            <a:pPr indent="0" marL="0">
              <a:buNone/>
            </a:pPr>
            <a:r>
              <a:rPr lang="en-US" sz="1300" b="1" dirty="0">
                <a:solidFill>
                  <a:srgbClr val="2EAD6B"/>
                </a:solidFill>
              </a:rPr>
              <a:t>threshold 0.5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 for general monitoring (fewer false alarms, may miss some disasters). The model outputs a probability score with each prediction, so downstream systems can apply their own business rules.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8138160" cy="320040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54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the sklearn Pipeline can be saved with joblib and served as an API endpoint for real-time classification.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64008" cy="3200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</a:rPr>
              <a:t>TF-IDF cannot understand context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</a:rPr>
              <a:t>Same word gets the same score regardless of meaning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</a:rPr>
              <a:t>Small dataset (7,613 tweets)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</a:rPr>
              <a:t>Limits what complex models can learn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</a:rPr>
              <a:t>No metadata features used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</a:rPr>
              <a:t>keyword and location columns were not explored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</a:rPr>
              <a:t>Binary classification only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</a:rPr>
              <a:t>Cannot distinguish disaster types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97280"/>
            <a:ext cx="64008" cy="3200400"/>
          </a:xfrm>
          <a:prstGeom prst="rect">
            <a:avLst/>
          </a:prstGeom>
          <a:solidFill>
            <a:srgbClr val="2EAD6B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A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Improve Results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120640" y="160020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</a:rPr>
              <a:t>Word embeddings (GloVe, Word2Vec)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</a:rPr>
              <a:t>Words get vectors that capture meaning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</a:rPr>
              <a:t>BERT / transformer models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</a:rPr>
              <a:t>Understands context — but needs 10,000+ tweets to avoid overfitting (110M params)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</a:rPr>
              <a:t>Feature engineering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</a:rPr>
              <a:t>Use keyword/location columns as extra signals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</a:rPr>
              <a:t>More training data + API deployment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</a:rPr>
              <a:t>Larger dataset + serve model as real-time endpoint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526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considered and decided against: GridSearchCV (too many models for small dataset), non-linear SVM (TF-IDF already linearly separable in 5,000 dimensions), neural networks (dataset too small), XGBoost (same overfitting risk as RF).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2E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" cy="365760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2344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Tuned (C=0.1) is our best model — Test F1: 0.77, lowest overfitting gap, best probability calibration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9659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proved it generalizes: small train-test gap, consistent confusion matrices, decisive confidence scores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365760" cy="365760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6974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was the right choice for this dataset size — and context-aware features (BERT, embeddings) are the clear next step to push beyond 0.77 F1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4290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deployment-ready: adjustable threshold, probability output, and a pipeline that can classify any new tweet in real time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365760" cy="365760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1605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taught us: SVM benefited from lower C, but even with 1,000 trees and depth=30, RF could not match linear models on sparse TF-IDF data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709160"/>
            <a:ext cx="2286000" cy="0"/>
          </a:xfrm>
          <a:prstGeom prst="line">
            <a:avLst/>
          </a:prstGeom>
          <a:noFill/>
          <a:ln w="25400">
            <a:solidFill>
              <a:srgbClr val="E85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Tweets Classification — NLP Project</dc:title>
  <dc:subject>PptxGenJS Presentation</dc:subject>
  <dc:creator>Reha</dc:creator>
  <cp:lastModifiedBy>Reha</cp:lastModifiedBy>
  <cp:revision>1</cp:revision>
  <dcterms:created xsi:type="dcterms:W3CDTF">2026-03-03T07:07:50Z</dcterms:created>
  <dcterms:modified xsi:type="dcterms:W3CDTF">2026-03-03T07:07:50Z</dcterms:modified>
</cp:coreProperties>
</file>